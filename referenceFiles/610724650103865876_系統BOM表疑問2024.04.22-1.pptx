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044B9-F7D8-6837-4019-6CC7B62D4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AE625-9211-7047-D3ED-0AA9EAF7C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46F9E-3C3C-8453-101C-53BFD694B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6F79-648E-484C-BD94-3BDCC265852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4EBC9-42F0-B484-5D7E-047913E94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F4062-C8B6-3537-32D9-334AE2F85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48302-FF07-4B5C-9E5B-963C1481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636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F0858-C0F5-E7E2-BEE0-819542C8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44600-BD81-E2E9-54CE-840B3B62B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FF6D8-1E71-AB16-63B4-7CE71A420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6F79-648E-484C-BD94-3BDCC265852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7F1FE-D59F-CEF2-7DF4-91C5D3A6D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20912-DB73-BD6F-E0C9-0A2EEE483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48302-FF07-4B5C-9E5B-963C1481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56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E04AF-2DBD-BC13-1409-D9B52A660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ABA15-598E-8B70-9BA1-948F9E060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31A1E-6E57-715D-F0F2-69957CE9E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6F79-648E-484C-BD94-3BDCC265852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36DF8-06AE-5C35-D717-4CDD66D54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AB32C-EDEA-6D96-EE18-F23255369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48302-FF07-4B5C-9E5B-963C1481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9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D57A-7183-2133-9569-3F2EFB1E3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F1AC4-120F-301D-2A1A-0C53E88CA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3DB9A-B858-3376-4966-A6367CBD6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B7144-E9B7-30EB-99E5-0F53D1882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6F79-648E-484C-BD94-3BDCC265852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DE899-AFD6-C636-244B-CAF73E418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E37BB-9850-8F27-F6DF-5147C9154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48302-FF07-4B5C-9E5B-963C1481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8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BDD6-276A-A73F-83DF-D73573434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E7119-ED58-8AA5-FD5B-41C5E6CFE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71012A-924D-E66C-7702-0F5B57E36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907609-1ADE-A07E-B490-BB38727755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58CBFA-DF50-33DF-5495-BF96D96144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F585BF-561F-E9F7-DFAA-6C765CF58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6F79-648E-484C-BD94-3BDCC265852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932A7C-E4F1-1DA9-2823-8F479E81D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5D12E2-A2D8-72CF-7F44-6E5A1DD38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48302-FF07-4B5C-9E5B-963C1481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961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A3026-49BB-C579-D299-89311600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04387-9B8C-F245-A2B3-A1F1A089A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6F79-648E-484C-BD94-3BDCC265852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80C719-0F56-0499-E9D5-9C2A49478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12ABF0-4D43-E353-0064-FDE3D7A91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48302-FF07-4B5C-9E5B-963C1481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93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0538AE-A88F-321E-96CB-1E38B0FBE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6F79-648E-484C-BD94-3BDCC265852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B62AB6-65FF-A100-F282-92D2D915A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E6DD0-26D6-AD4C-6429-1AA159347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48302-FF07-4B5C-9E5B-963C1481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244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1899-B4BD-A40F-63CE-010739BFC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48D27-2208-D4AB-4735-2CF83B0EF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4118F6-BE24-F4E3-5E69-DCA8E148E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25F0E-6CA9-6356-490A-44134C413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6F79-648E-484C-BD94-3BDCC265852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613E3-5767-F412-AE68-2864B9174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24ADB-F430-B4F4-AB84-A286B1635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48302-FF07-4B5C-9E5B-963C1481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32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69C22-BE24-2FED-D222-BBD721D3C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E57A3E-FCBD-5B33-0599-701AB360A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839289-BE49-0EEE-BD67-D396C429B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E17FA-2987-6275-A700-469B0212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6F79-648E-484C-BD94-3BDCC265852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BD2EF-BE20-DBBE-F393-083FB34AA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4A147-0DBC-66C6-3AAA-C75706C09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48302-FF07-4B5C-9E5B-963C1481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605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ED241-D3F8-D144-AC25-2B112C6E4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9431E-5090-B965-AFDB-F588DB99A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EB622-4ECF-8F70-E153-325194011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6F79-648E-484C-BD94-3BDCC265852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D20EF-5944-3F3B-5E2E-842F26EAC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2E94F-2BC0-DB49-0E4B-A973237EB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48302-FF07-4B5C-9E5B-963C1481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96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F33F3-FB88-9B1E-63ED-E7D052A15F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E65A58-F38A-82CA-DABB-5F218DE8E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87957-C4CC-6EAD-6398-8638A0D7F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6F79-648E-484C-BD94-3BDCC265852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3DDBA-C77F-33DF-2D42-0AD0866DE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B7043-D219-A0F0-B173-35B61FEA7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48302-FF07-4B5C-9E5B-963C1481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194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06DEA5-5642-BED3-9144-64E64239F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307CA-801B-09A5-5C7C-F5D12FC99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4A779-31EA-25CC-06E9-DA7BE6575B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16F79-648E-484C-BD94-3BDCC265852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83F47-6AA3-6285-FAC2-12D5099BE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3D427-C6BD-89A6-DEDD-E11C48F41B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48302-FF07-4B5C-9E5B-963C1481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095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0C9690-56C1-FBC7-7E80-43A029C0E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09" y="536540"/>
            <a:ext cx="9550891" cy="60264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41DFF5-E5F4-D255-582A-DB9019E8E874}"/>
              </a:ext>
            </a:extLst>
          </p:cNvPr>
          <p:cNvSpPr txBox="1"/>
          <p:nvPr/>
        </p:nvSpPr>
        <p:spPr>
          <a:xfrm>
            <a:off x="629728" y="146649"/>
            <a:ext cx="2648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材料管理表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A6F59D-0958-A848-C3BE-E85F2B89A19A}"/>
              </a:ext>
            </a:extLst>
          </p:cNvPr>
          <p:cNvSpPr txBox="1"/>
          <p:nvPr/>
        </p:nvSpPr>
        <p:spPr>
          <a:xfrm>
            <a:off x="10515600" y="1613140"/>
            <a:ext cx="11559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金額是否可調改成輸入跟顯示相同便可；</a:t>
            </a:r>
            <a:endParaRPr lang="en-US" altLang="zh-CN" dirty="0"/>
          </a:p>
          <a:p>
            <a:r>
              <a:rPr lang="zh-CN" altLang="en-US" dirty="0"/>
              <a:t>比如：</a:t>
            </a:r>
            <a:r>
              <a:rPr lang="en-US" altLang="zh-CN" dirty="0"/>
              <a:t>231.000 VND, 397.800 VND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78EE2-FFB6-B6A7-086B-3DE93B7A678A}"/>
              </a:ext>
            </a:extLst>
          </p:cNvPr>
          <p:cNvSpPr txBox="1"/>
          <p:nvPr/>
        </p:nvSpPr>
        <p:spPr>
          <a:xfrm>
            <a:off x="3847381" y="3959524"/>
            <a:ext cx="24499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直接輸入方式：</a:t>
            </a:r>
            <a:r>
              <a:rPr lang="en-US" altLang="zh-CN" sz="1200" dirty="0">
                <a:solidFill>
                  <a:srgbClr val="FF0000"/>
                </a:solidFill>
              </a:rPr>
              <a:t>231.000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EF14C5-DEF9-3668-D67D-2020225C19F5}"/>
              </a:ext>
            </a:extLst>
          </p:cNvPr>
          <p:cNvSpPr txBox="1"/>
          <p:nvPr/>
        </p:nvSpPr>
        <p:spPr>
          <a:xfrm>
            <a:off x="7237562" y="3959524"/>
            <a:ext cx="24499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直接輸入方式：</a:t>
            </a:r>
            <a:r>
              <a:rPr lang="en-US" altLang="zh-CN" sz="1200" dirty="0">
                <a:solidFill>
                  <a:srgbClr val="FF0000"/>
                </a:solidFill>
              </a:rPr>
              <a:t>397.800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219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DF54AA-7346-36C8-0D96-98225CD4B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58" y="638354"/>
            <a:ext cx="4561607" cy="34807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C8199D-AAFA-C49D-5296-604F1C392897}"/>
              </a:ext>
            </a:extLst>
          </p:cNvPr>
          <p:cNvSpPr txBox="1"/>
          <p:nvPr/>
        </p:nvSpPr>
        <p:spPr>
          <a:xfrm>
            <a:off x="276045" y="129397"/>
            <a:ext cx="1751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材料管理表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69E05D-4F47-F5AE-099E-3732225C7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151" y="533570"/>
            <a:ext cx="4070042" cy="35855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B142C9-4137-F6D2-7775-D2C2316D45BD}"/>
              </a:ext>
            </a:extLst>
          </p:cNvPr>
          <p:cNvSpPr txBox="1"/>
          <p:nvPr/>
        </p:nvSpPr>
        <p:spPr>
          <a:xfrm>
            <a:off x="6340415" y="4339087"/>
            <a:ext cx="4295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BOM</a:t>
            </a:r>
            <a:r>
              <a:rPr lang="zh-CN" altLang="en-US" dirty="0"/>
              <a:t>建立完畢後，點進編輯查看：</a:t>
            </a:r>
            <a:endParaRPr lang="en-US" altLang="zh-CN" dirty="0"/>
          </a:p>
          <a:p>
            <a:r>
              <a:rPr lang="en-US" dirty="0"/>
              <a:t>1</a:t>
            </a:r>
            <a:r>
              <a:rPr lang="zh-CN" altLang="en-US" dirty="0"/>
              <a:t>、主料材料名稱不見了</a:t>
            </a:r>
            <a:endParaRPr lang="en-US" altLang="zh-CN" dirty="0"/>
          </a:p>
          <a:p>
            <a:r>
              <a:rPr lang="en-US" dirty="0"/>
              <a:t>2</a:t>
            </a:r>
            <a:r>
              <a:rPr lang="zh-CN" altLang="en-US" dirty="0"/>
              <a:t>、主料顯示單價與材料管理表對不上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8CAC5F-90B4-D138-C632-105C3D6781A3}"/>
              </a:ext>
            </a:extLst>
          </p:cNvPr>
          <p:cNvSpPr txBox="1"/>
          <p:nvPr/>
        </p:nvSpPr>
        <p:spPr>
          <a:xfrm>
            <a:off x="6247151" y="168703"/>
            <a:ext cx="244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BOM</a:t>
            </a:r>
            <a:r>
              <a:rPr lang="zh-CN" altLang="en-US" dirty="0"/>
              <a:t>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945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50C51A-F215-E159-A584-4C5FA31DB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54" y="442733"/>
            <a:ext cx="8687246" cy="3505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088229-3A03-5C90-3FA5-4DA04F147F92}"/>
              </a:ext>
            </a:extLst>
          </p:cNvPr>
          <p:cNvSpPr txBox="1"/>
          <p:nvPr/>
        </p:nvSpPr>
        <p:spPr>
          <a:xfrm>
            <a:off x="181155" y="0"/>
            <a:ext cx="2674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BOM</a:t>
            </a:r>
            <a:r>
              <a:rPr lang="zh-CN" altLang="en-US" dirty="0"/>
              <a:t>表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B99746-0D0D-5F8E-E767-09A339CD2706}"/>
              </a:ext>
            </a:extLst>
          </p:cNvPr>
          <p:cNvSpPr txBox="1"/>
          <p:nvPr/>
        </p:nvSpPr>
        <p:spPr>
          <a:xfrm>
            <a:off x="552090" y="4205703"/>
            <a:ext cx="2708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如上所建議，金額與輸入方式同步顯示即可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94F4E8B-AE0C-9B19-545F-C08FFFBDBA6F}"/>
              </a:ext>
            </a:extLst>
          </p:cNvPr>
          <p:cNvCxnSpPr>
            <a:endCxn id="7" idx="0"/>
          </p:cNvCxnSpPr>
          <p:nvPr/>
        </p:nvCxnSpPr>
        <p:spPr>
          <a:xfrm>
            <a:off x="1906437" y="3429000"/>
            <a:ext cx="1" cy="776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7907ACF-C8F9-667E-28A3-E9963E5DF737}"/>
              </a:ext>
            </a:extLst>
          </p:cNvPr>
          <p:cNvSpPr txBox="1"/>
          <p:nvPr/>
        </p:nvSpPr>
        <p:spPr>
          <a:xfrm>
            <a:off x="6711351" y="4292444"/>
            <a:ext cx="1992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MOQ</a:t>
            </a:r>
            <a:r>
              <a:rPr lang="zh-CN" altLang="en-US" dirty="0">
                <a:solidFill>
                  <a:srgbClr val="FF0000"/>
                </a:solidFill>
              </a:rPr>
              <a:t>顯示錯誤，建議數據與輸入同步顯示即可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0582FC-9AE1-E5D0-5CB7-8781BF288294}"/>
              </a:ext>
            </a:extLst>
          </p:cNvPr>
          <p:cNvCxnSpPr/>
          <p:nvPr/>
        </p:nvCxnSpPr>
        <p:spPr>
          <a:xfrm>
            <a:off x="7573992" y="3588589"/>
            <a:ext cx="0" cy="617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359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3E5FAA-6E0D-61BF-D8CF-06F479186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70" y="500955"/>
            <a:ext cx="9411184" cy="37339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AD3542-429B-A189-FE67-516FFCFC2416}"/>
              </a:ext>
            </a:extLst>
          </p:cNvPr>
          <p:cNvSpPr txBox="1"/>
          <p:nvPr/>
        </p:nvSpPr>
        <p:spPr>
          <a:xfrm>
            <a:off x="577970" y="44736"/>
            <a:ext cx="1949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BOM</a:t>
            </a:r>
            <a:r>
              <a:rPr lang="zh-CN" altLang="en-US" dirty="0"/>
              <a:t>表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C0D914-C098-E795-E237-050D1660A772}"/>
              </a:ext>
            </a:extLst>
          </p:cNvPr>
          <p:cNvSpPr txBox="1"/>
          <p:nvPr/>
        </p:nvSpPr>
        <p:spPr>
          <a:xfrm>
            <a:off x="724619" y="4364280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BOM</a:t>
            </a:r>
            <a:r>
              <a:rPr lang="zh-CN" altLang="en-US" dirty="0"/>
              <a:t>首頁頁面是否可設計多加</a:t>
            </a:r>
            <a:r>
              <a:rPr lang="zh-CN" altLang="en-US" dirty="0">
                <a:sym typeface="Wingdings" panose="05000000000000000000" pitchFamily="2" charset="2"/>
              </a:rPr>
              <a:t>標記，點進後可已行</a:t>
            </a:r>
            <a:r>
              <a:rPr lang="en-US" altLang="zh-CN" dirty="0">
                <a:sym typeface="Wingdings" panose="05000000000000000000" pitchFamily="2" charset="2"/>
              </a:rPr>
              <a:t>(row)</a:t>
            </a:r>
            <a:r>
              <a:rPr lang="zh-CN" altLang="en-US" dirty="0">
                <a:sym typeface="Wingdings" panose="05000000000000000000" pitchFamily="2" charset="2"/>
              </a:rPr>
              <a:t>形式看到輔料細節，如下面圖案描述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F9963E-F668-ACA0-9F40-7BCA26D991BB}"/>
              </a:ext>
            </a:extLst>
          </p:cNvPr>
          <p:cNvSpPr txBox="1"/>
          <p:nvPr/>
        </p:nvSpPr>
        <p:spPr>
          <a:xfrm rot="16200000">
            <a:off x="3321170" y="2433451"/>
            <a:ext cx="500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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843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F8408B3-EA4A-2FFC-F3C5-B986C6E90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45" y="138225"/>
            <a:ext cx="9351034" cy="15206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58EFC53-30FA-1D15-08CC-9F6690630C63}"/>
              </a:ext>
            </a:extLst>
          </p:cNvPr>
          <p:cNvSpPr txBox="1"/>
          <p:nvPr/>
        </p:nvSpPr>
        <p:spPr>
          <a:xfrm>
            <a:off x="3278039" y="1350213"/>
            <a:ext cx="1046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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007F31-386F-F9BC-7786-79E2F1D1A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45" y="1966399"/>
            <a:ext cx="9106368" cy="24766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E65A8D-678E-A0CE-B3E8-BBFBE0CE5AAA}"/>
              </a:ext>
            </a:extLst>
          </p:cNvPr>
          <p:cNvSpPr txBox="1"/>
          <p:nvPr/>
        </p:nvSpPr>
        <p:spPr>
          <a:xfrm>
            <a:off x="2717321" y="3830128"/>
            <a:ext cx="897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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8968FD-1502-EC0E-F60F-7651F2B1156A}"/>
              </a:ext>
            </a:extLst>
          </p:cNvPr>
          <p:cNvSpPr txBox="1"/>
          <p:nvPr/>
        </p:nvSpPr>
        <p:spPr>
          <a:xfrm>
            <a:off x="3019246" y="4300589"/>
            <a:ext cx="784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 Adhesive                        solid 100%    N/a     Kg        5 days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90A623-8475-7510-9894-AACA41C37D17}"/>
              </a:ext>
            </a:extLst>
          </p:cNvPr>
          <p:cNvSpPr txBox="1"/>
          <p:nvPr/>
        </p:nvSpPr>
        <p:spPr>
          <a:xfrm>
            <a:off x="3019246" y="4750586"/>
            <a:ext cx="784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Đen</a:t>
            </a:r>
            <a:r>
              <a:rPr lang="en-US" dirty="0"/>
              <a:t> 10mm Eva 32C          1100x2700cm Black  Sheet  10~15 days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D4DC5B-8611-169D-04EF-B531F08E3B9B}"/>
              </a:ext>
            </a:extLst>
          </p:cNvPr>
          <p:cNvSpPr txBox="1"/>
          <p:nvPr/>
        </p:nvSpPr>
        <p:spPr>
          <a:xfrm>
            <a:off x="3019245" y="5200583"/>
            <a:ext cx="784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Lamination                         100%               N/a        Kg     5 days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B9E24D-8CD6-8DF5-DDE9-3A11EE7799CD}"/>
              </a:ext>
            </a:extLst>
          </p:cNvPr>
          <p:cNvSpPr txBox="1"/>
          <p:nvPr/>
        </p:nvSpPr>
        <p:spPr>
          <a:xfrm>
            <a:off x="1259457" y="4369189"/>
            <a:ext cx="13716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PU-801</a:t>
            </a:r>
          </a:p>
          <a:p>
            <a:endParaRPr lang="en-US" sz="1500" dirty="0"/>
          </a:p>
          <a:p>
            <a:r>
              <a:rPr lang="en-US" sz="1500" dirty="0"/>
              <a:t>51119</a:t>
            </a:r>
          </a:p>
          <a:p>
            <a:endParaRPr lang="en-US" sz="1500" dirty="0"/>
          </a:p>
          <a:p>
            <a:r>
              <a:rPr lang="en-US" sz="1500" dirty="0"/>
              <a:t>Lamination</a:t>
            </a:r>
          </a:p>
        </p:txBody>
      </p:sp>
    </p:spTree>
    <p:extLst>
      <p:ext uri="{BB962C8B-B14F-4D97-AF65-F5344CB8AC3E}">
        <p14:creationId xmlns:p14="http://schemas.microsoft.com/office/powerpoint/2010/main" val="869168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3B3A3D-2209-671C-77B7-DDF9A8FE7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21" y="793438"/>
            <a:ext cx="8947610" cy="60645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65F804-6210-1952-3FCA-5D8AFDF5F651}"/>
              </a:ext>
            </a:extLst>
          </p:cNvPr>
          <p:cNvSpPr txBox="1"/>
          <p:nvPr/>
        </p:nvSpPr>
        <p:spPr>
          <a:xfrm>
            <a:off x="612475" y="163902"/>
            <a:ext cx="1526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客戶訂單表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5A1ABD-A6AB-2407-CABB-1C4F2D6C5026}"/>
              </a:ext>
            </a:extLst>
          </p:cNvPr>
          <p:cNvSpPr txBox="1"/>
          <p:nvPr/>
        </p:nvSpPr>
        <p:spPr>
          <a:xfrm>
            <a:off x="10084279" y="3217653"/>
            <a:ext cx="151824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建立客戶訂單時，若是組合材料，同樣如上可以行</a:t>
            </a:r>
            <a:r>
              <a:rPr lang="en-US" altLang="zh-CN" dirty="0"/>
              <a:t>(row)</a:t>
            </a:r>
            <a:r>
              <a:rPr lang="zh-CN" altLang="en-US" dirty="0"/>
              <a:t>形式顯示輔料明細；</a:t>
            </a:r>
            <a:endParaRPr lang="en-US" altLang="zh-CN" dirty="0"/>
          </a:p>
          <a:p>
            <a:r>
              <a:rPr lang="zh-CN" altLang="en-US" dirty="0"/>
              <a:t>注意</a:t>
            </a:r>
            <a:r>
              <a:rPr lang="en-US" altLang="zh-CN" dirty="0"/>
              <a:t>PO NO</a:t>
            </a:r>
            <a:r>
              <a:rPr lang="zh-CN" altLang="en-US" dirty="0"/>
              <a:t>以便下一步開採購單操作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779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578792-5867-AE1A-00B2-9F2B4475A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78" y="568599"/>
            <a:ext cx="9220674" cy="51374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D7C3F1-876B-9845-B4C3-797D03AEF618}"/>
              </a:ext>
            </a:extLst>
          </p:cNvPr>
          <p:cNvSpPr txBox="1"/>
          <p:nvPr/>
        </p:nvSpPr>
        <p:spPr>
          <a:xfrm>
            <a:off x="588516" y="163902"/>
            <a:ext cx="2413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採購單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93559A-AE5F-1E82-CB2D-3B28F19CCFFE}"/>
              </a:ext>
            </a:extLst>
          </p:cNvPr>
          <p:cNvSpPr txBox="1"/>
          <p:nvPr/>
        </p:nvSpPr>
        <p:spPr>
          <a:xfrm>
            <a:off x="715992" y="5822830"/>
            <a:ext cx="9015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當輸入剛建立的客戶訂單</a:t>
            </a:r>
            <a:r>
              <a:rPr lang="en-US" altLang="zh-CN" dirty="0">
                <a:solidFill>
                  <a:srgbClr val="FF0000"/>
                </a:solidFill>
              </a:rPr>
              <a:t>PO NO</a:t>
            </a:r>
            <a:r>
              <a:rPr lang="zh-CN" altLang="en-US" dirty="0">
                <a:solidFill>
                  <a:srgbClr val="FF0000"/>
                </a:solidFill>
              </a:rPr>
              <a:t>後，材料所有輔料明細資訊自動帶入；在後面操作人員可以打勾選擇刪除，保留該材料對應負責供應商而下單；（如下頁描述）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251368-9D94-99A4-CABD-58EFAB00FBB3}"/>
              </a:ext>
            </a:extLst>
          </p:cNvPr>
          <p:cNvSpPr txBox="1"/>
          <p:nvPr/>
        </p:nvSpPr>
        <p:spPr>
          <a:xfrm>
            <a:off x="1714263" y="3933646"/>
            <a:ext cx="1492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282828</a:t>
            </a:r>
          </a:p>
        </p:txBody>
      </p:sp>
    </p:spTree>
    <p:extLst>
      <p:ext uri="{BB962C8B-B14F-4D97-AF65-F5344CB8AC3E}">
        <p14:creationId xmlns:p14="http://schemas.microsoft.com/office/powerpoint/2010/main" val="340981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6D8B75-CDC0-A55C-B6B8-E785DBA5E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703"/>
            <a:ext cx="6096000" cy="33800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B1BD62-A547-5244-598F-62122F68C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314" y="293332"/>
            <a:ext cx="5655120" cy="324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249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341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johnny zheng</dc:creator>
  <cp:lastModifiedBy>johnny zheng</cp:lastModifiedBy>
  <cp:revision>2</cp:revision>
  <dcterms:created xsi:type="dcterms:W3CDTF">2026-04-22T08:44:50Z</dcterms:created>
  <dcterms:modified xsi:type="dcterms:W3CDTF">2026-04-22T09:51:09Z</dcterms:modified>
</cp:coreProperties>
</file>