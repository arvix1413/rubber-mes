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ny zheng" userId="ba8211c7a435a022" providerId="LiveId" clId="{3C3D1B2C-E311-4103-B4C3-2825AF98EA64}"/>
    <pc:docChg chg="modSld">
      <pc:chgData name="johnny zheng" userId="ba8211c7a435a022" providerId="LiveId" clId="{3C3D1B2C-E311-4103-B4C3-2825AF98EA64}" dt="2026-04-23T04:14:26.261" v="64" actId="1076"/>
      <pc:docMkLst>
        <pc:docMk/>
      </pc:docMkLst>
      <pc:sldChg chg="modSp mod">
        <pc:chgData name="johnny zheng" userId="ba8211c7a435a022" providerId="LiveId" clId="{3C3D1B2C-E311-4103-B4C3-2825AF98EA64}" dt="2026-04-23T04:11:55.636" v="19" actId="20577"/>
        <pc:sldMkLst>
          <pc:docMk/>
          <pc:sldMk cId="423452573" sldId="256"/>
        </pc:sldMkLst>
        <pc:spChg chg="mod">
          <ac:chgData name="johnny zheng" userId="ba8211c7a435a022" providerId="LiveId" clId="{3C3D1B2C-E311-4103-B4C3-2825AF98EA64}" dt="2026-04-23T04:11:55.636" v="19" actId="20577"/>
          <ac:spMkLst>
            <pc:docMk/>
            <pc:sldMk cId="423452573" sldId="256"/>
            <ac:spMk id="9" creationId="{76750201-8A78-37DF-75C0-1CAEE7EF4F5B}"/>
          </ac:spMkLst>
        </pc:spChg>
      </pc:sldChg>
      <pc:sldChg chg="modSp mod">
        <pc:chgData name="johnny zheng" userId="ba8211c7a435a022" providerId="LiveId" clId="{3C3D1B2C-E311-4103-B4C3-2825AF98EA64}" dt="2026-04-23T04:14:26.261" v="64" actId="1076"/>
        <pc:sldMkLst>
          <pc:docMk/>
          <pc:sldMk cId="2700451718" sldId="257"/>
        </pc:sldMkLst>
        <pc:spChg chg="mod">
          <ac:chgData name="johnny zheng" userId="ba8211c7a435a022" providerId="LiveId" clId="{3C3D1B2C-E311-4103-B4C3-2825AF98EA64}" dt="2026-04-23T04:14:26.261" v="64" actId="1076"/>
          <ac:spMkLst>
            <pc:docMk/>
            <pc:sldMk cId="2700451718" sldId="257"/>
            <ac:spMk id="10" creationId="{B5AA2625-9F8D-25CC-B975-4BBD9FAF1D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9300-A4D3-7268-7C62-C7507FD4F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B39F0-0505-0DB8-AA6A-DDD0FC8B2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908E-2032-6132-0BFA-08570365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F693-DB87-A252-71F6-2479C99F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05C-ACEB-BB4F-FE22-E851AD90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5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E1EB-E2D4-FAF9-FBAD-8C46FE3B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179E-16B4-9B17-5DE7-F7C493278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FA94C-4E00-7128-2C88-1D5EC080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5BAA3-8797-3AEE-A6DE-1E4FCA83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6B1DB-C4E9-D17F-D035-FF094CB0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0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B759-061C-1845-93FB-856B482C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D4068-5790-29D9-C658-D52EE83B8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CCB86-7CC3-8A1D-A93A-D3F473AA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05D0-9D4F-9F74-56F6-737E00B3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A319F-7A2A-E0BA-19D7-164874C7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9F77-0A4D-437D-5249-F0AF2DD9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0D4C-0532-CCD6-D5A0-F23D6EA8E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5A9C2-4556-3B02-334B-A3C5ED931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E7D1E-9153-E85D-84FF-50BE7478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EBBF8-291E-8F35-3395-A9F6FFEF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5B4A1-450F-54E0-27EE-9CB38ABA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1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47DC-6CC2-B341-963A-5C1ECA7B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45C7C-0124-EEC5-5C8A-FB7ADD4A6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2D4DA-4203-0063-928C-A63636AE1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B232E-DF63-D87C-1E9D-2B6410A2C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0132B-6201-8B92-32BD-6223534B5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742C5-601D-DAA1-E0BD-AB82DECB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E4B86A-6CEB-FFB6-9FB7-5C6F59E1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F7130-B854-EB5C-B283-CDB358CC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1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2659-50C4-815D-EC41-445582F0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B7694-C1E9-654B-452E-1CEDE1C8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5A5B3-3E5C-347C-2BBF-35030804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70C70-85D8-6CDC-2E99-B5AEBD26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1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B512F-AE9E-1A0A-667B-C1AF3B3D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9C5B4-F909-FEC2-C0A9-9718AEB4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EA68-8E28-6A9C-3CEE-7129BDC0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0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8381-5860-4F35-CAB6-65A6452B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DDF6C-E257-52FA-B1B6-D8E8B6E40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69EE4-7070-0D4E-586D-2E606A8F9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9BCB6-6C10-123A-D4C2-9BBAC34E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3ADE1-E551-3F3E-811C-B9E79743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71414-9C25-1A1A-8756-BBCB021F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7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A493-1809-E601-C498-D512AC932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A1645-1C8D-9F53-AE91-97DC1B014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924E-4B0E-C0A6-E87E-D8A8E2C8F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2CB99-A417-4D23-6E82-420B137D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D7EE2-B393-2798-1965-1FF3865D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F0C36-189C-0A63-3A2A-8E79FAB0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8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90C2-FFFF-0EED-5CEB-F51BE763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3928B-E046-7450-352B-B5616BBB7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0848-59B2-3CFD-762F-83F8B984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A6B84-7612-77AF-60D3-D11398C7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DD653-F34F-8A9D-30AF-4C95627F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2CF14-9D9C-2002-E1E1-45EAF3466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1C2E3-3FCC-37CC-CF75-263B08AC7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E59DB-C7D0-F754-0CAA-C95B185C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4B7E5-41A4-A05C-6820-D508C8B4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D211A-6067-5B29-09B1-4A623268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BD123-54C0-BAF6-9E71-39E701AE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B66D8-4DB0-FEE0-67F5-03554D4C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9B69D-B50A-4B2F-0271-0D2B00049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580D8-F804-4C3C-81EA-EFA1700147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B53B-DC5E-4BAF-5727-BDEDED062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FA4AA-A527-2EF1-C303-C0010BC20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A2F0A-9427-4206-9255-74BDB497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0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8114EE-C21B-E941-0F3B-D6F26D578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6" y="536482"/>
            <a:ext cx="9402419" cy="578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49B741-1388-525D-A2C2-76BB250D908D}"/>
              </a:ext>
            </a:extLst>
          </p:cNvPr>
          <p:cNvSpPr txBox="1"/>
          <p:nvPr/>
        </p:nvSpPr>
        <p:spPr>
          <a:xfrm>
            <a:off x="94891" y="94890"/>
            <a:ext cx="2277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客戶訂單開好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F04166-D146-38F1-D908-BDA9BD325A08}"/>
              </a:ext>
            </a:extLst>
          </p:cNvPr>
          <p:cNvCxnSpPr/>
          <p:nvPr/>
        </p:nvCxnSpPr>
        <p:spPr>
          <a:xfrm>
            <a:off x="1682151" y="279556"/>
            <a:ext cx="483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750201-8A78-37DF-75C0-1CAEE7EF4F5B}"/>
              </a:ext>
            </a:extLst>
          </p:cNvPr>
          <p:cNvSpPr txBox="1"/>
          <p:nvPr/>
        </p:nvSpPr>
        <p:spPr>
          <a:xfrm>
            <a:off x="2165230" y="94890"/>
            <a:ext cx="393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接續進</a:t>
            </a:r>
            <a:r>
              <a:rPr lang="zh-CN" altLang="en-US" b="1" dirty="0"/>
              <a:t>交貨進度</a:t>
            </a:r>
            <a:r>
              <a:rPr lang="zh-CN" altLang="en-US" dirty="0"/>
              <a:t>建檔，如第</a:t>
            </a:r>
            <a:r>
              <a:rPr lang="en-US" altLang="zh-CN" dirty="0"/>
              <a:t>2</a:t>
            </a:r>
            <a:r>
              <a:rPr lang="zh-CN" altLang="en-US" dirty="0"/>
              <a:t>頁描述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93616B1-37B1-7046-C1E4-F6372036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7" y="526378"/>
            <a:ext cx="8280826" cy="5442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421638-F677-7B5B-26B6-212EBCC76448}"/>
              </a:ext>
            </a:extLst>
          </p:cNvPr>
          <p:cNvSpPr txBox="1"/>
          <p:nvPr/>
        </p:nvSpPr>
        <p:spPr>
          <a:xfrm>
            <a:off x="112143" y="36981"/>
            <a:ext cx="314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交貨進度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8CC94B-9348-ECF4-052B-F49BF0BD2206}"/>
              </a:ext>
            </a:extLst>
          </p:cNvPr>
          <p:cNvCxnSpPr/>
          <p:nvPr/>
        </p:nvCxnSpPr>
        <p:spPr>
          <a:xfrm>
            <a:off x="4295955" y="1181819"/>
            <a:ext cx="6814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03D5AC-38D8-D1CE-A858-856D813819A2}"/>
              </a:ext>
            </a:extLst>
          </p:cNvPr>
          <p:cNvCxnSpPr/>
          <p:nvPr/>
        </p:nvCxnSpPr>
        <p:spPr>
          <a:xfrm flipV="1">
            <a:off x="4636698" y="810883"/>
            <a:ext cx="211347" cy="37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8B172B2-A838-0EC6-3874-B78A69802A95}"/>
              </a:ext>
            </a:extLst>
          </p:cNvPr>
          <p:cNvSpPr txBox="1"/>
          <p:nvPr/>
        </p:nvSpPr>
        <p:spPr>
          <a:xfrm>
            <a:off x="4295955" y="318439"/>
            <a:ext cx="22428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rgbClr val="FF0000"/>
                </a:solidFill>
              </a:rPr>
              <a:t>可改為</a:t>
            </a:r>
            <a:r>
              <a:rPr lang="en-US" altLang="zh-CN" sz="1300" dirty="0">
                <a:solidFill>
                  <a:srgbClr val="FF0000"/>
                </a:solidFill>
              </a:rPr>
              <a:t>【</a:t>
            </a:r>
            <a:r>
              <a:rPr lang="zh-CN" altLang="en-US" sz="1300" dirty="0">
                <a:solidFill>
                  <a:srgbClr val="FF0000"/>
                </a:solidFill>
              </a:rPr>
              <a:t>交貨地點</a:t>
            </a:r>
            <a:r>
              <a:rPr lang="en-US" altLang="zh-CN" sz="1300" dirty="0">
                <a:solidFill>
                  <a:srgbClr val="FF0000"/>
                </a:solidFill>
              </a:rPr>
              <a:t>】</a:t>
            </a:r>
            <a:r>
              <a:rPr lang="zh-CN" altLang="en-US" sz="1300" dirty="0">
                <a:solidFill>
                  <a:srgbClr val="FF0000"/>
                </a:solidFill>
              </a:rPr>
              <a:t>資料自動從客戶資訊帶入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A2625-9F8D-25CC-B975-4BBD9FAF1DB1}"/>
              </a:ext>
            </a:extLst>
          </p:cNvPr>
          <p:cNvSpPr txBox="1"/>
          <p:nvPr/>
        </p:nvSpPr>
        <p:spPr>
          <a:xfrm>
            <a:off x="9236014" y="299864"/>
            <a:ext cx="28438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輸入剛建好的</a:t>
            </a:r>
            <a:r>
              <a:rPr lang="en-US" altLang="zh-CN" dirty="0"/>
              <a:t>PO【123】</a:t>
            </a:r>
            <a:r>
              <a:rPr lang="zh-CN" altLang="en-US" dirty="0"/>
              <a:t>，下面資料會根據</a:t>
            </a:r>
            <a:r>
              <a:rPr lang="zh-CN" altLang="en-US" b="1" dirty="0"/>
              <a:t>客戶訂單</a:t>
            </a:r>
            <a:r>
              <a:rPr lang="zh-CN" altLang="en-US" dirty="0"/>
              <a:t>的物料號自動從</a:t>
            </a:r>
            <a:r>
              <a:rPr lang="en-US" altLang="zh-CN" dirty="0"/>
              <a:t>BOM</a:t>
            </a:r>
            <a:r>
              <a:rPr lang="zh-CN" altLang="en-US" dirty="0"/>
              <a:t>帶入所有輔料明細，操作人員確認資訊無誤，填入訂單號，數量及出貨日期便可存檔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4FD64-22FE-41EC-5DBE-275CC22C3C74}"/>
              </a:ext>
            </a:extLst>
          </p:cNvPr>
          <p:cNvSpPr txBox="1"/>
          <p:nvPr/>
        </p:nvSpPr>
        <p:spPr>
          <a:xfrm>
            <a:off x="1742536" y="1966822"/>
            <a:ext cx="78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44136-0FF8-A86D-E408-340D5294633C}"/>
              </a:ext>
            </a:extLst>
          </p:cNvPr>
          <p:cNvSpPr txBox="1"/>
          <p:nvPr/>
        </p:nvSpPr>
        <p:spPr>
          <a:xfrm>
            <a:off x="267286" y="3354235"/>
            <a:ext cx="4192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選</a:t>
            </a:r>
            <a:r>
              <a:rPr lang="en-US" altLang="zh-CN" sz="1400" dirty="0">
                <a:solidFill>
                  <a:srgbClr val="FF0000"/>
                </a:solidFill>
              </a:rPr>
              <a:t>PO</a:t>
            </a:r>
            <a:r>
              <a:rPr lang="zh-CN" altLang="en-US" sz="1400" dirty="0">
                <a:solidFill>
                  <a:srgbClr val="FF0000"/>
                </a:solidFill>
              </a:rPr>
              <a:t>編號後自動從客戶訂單帶入   </a:t>
            </a:r>
            <a:r>
              <a:rPr lang="en-US" sz="1400" dirty="0">
                <a:solidFill>
                  <a:srgbClr val="FF0000"/>
                </a:solidFill>
              </a:rPr>
              <a:t>K2642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FDAE2C-DE64-556B-0666-E48D2640BBA5}"/>
              </a:ext>
            </a:extLst>
          </p:cNvPr>
          <p:cNvSpPr txBox="1"/>
          <p:nvPr/>
        </p:nvSpPr>
        <p:spPr>
          <a:xfrm>
            <a:off x="936232" y="1966822"/>
            <a:ext cx="128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選用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9E22C4-3285-F915-5DB4-FC2CDABA7D81}"/>
              </a:ext>
            </a:extLst>
          </p:cNvPr>
          <p:cNvCxnSpPr/>
          <p:nvPr/>
        </p:nvCxnSpPr>
        <p:spPr>
          <a:xfrm>
            <a:off x="4364700" y="1794294"/>
            <a:ext cx="3994296" cy="5418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873EF0-79DC-9621-25FD-3580100FA20B}"/>
              </a:ext>
            </a:extLst>
          </p:cNvPr>
          <p:cNvCxnSpPr/>
          <p:nvPr/>
        </p:nvCxnSpPr>
        <p:spPr>
          <a:xfrm>
            <a:off x="301659" y="2528777"/>
            <a:ext cx="3994296" cy="5418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DDA528-9410-8411-CED7-E056941B5041}"/>
              </a:ext>
            </a:extLst>
          </p:cNvPr>
          <p:cNvSpPr txBox="1"/>
          <p:nvPr/>
        </p:nvSpPr>
        <p:spPr>
          <a:xfrm>
            <a:off x="4364700" y="2650278"/>
            <a:ext cx="216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手動輸入 </a:t>
            </a:r>
            <a:r>
              <a:rPr lang="en-US" altLang="zh-CN" dirty="0">
                <a:solidFill>
                  <a:srgbClr val="FF0000"/>
                </a:solidFill>
              </a:rPr>
              <a:t>001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85D25F-384E-7AFB-2462-2A969BE5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955" y="3156926"/>
            <a:ext cx="4063041" cy="6413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2B175F-4238-C7E4-C135-98D2B75E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6" y="3750841"/>
            <a:ext cx="8237827" cy="6413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C5B868-B159-F72D-C111-4D4586D1D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76" y="5305139"/>
            <a:ext cx="8139119" cy="13526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8B73E93-FC85-7C89-B505-F70223472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286" y="3691622"/>
            <a:ext cx="8237827" cy="166045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C49948-747F-5BAE-2A37-172DC8503938}"/>
              </a:ext>
            </a:extLst>
          </p:cNvPr>
          <p:cNvCxnSpPr/>
          <p:nvPr/>
        </p:nvCxnSpPr>
        <p:spPr>
          <a:xfrm>
            <a:off x="8255479" y="4899804"/>
            <a:ext cx="1078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B60E1C8-28DF-2D74-5360-B82BBA224B16}"/>
              </a:ext>
            </a:extLst>
          </p:cNvPr>
          <p:cNvSpPr txBox="1"/>
          <p:nvPr/>
        </p:nvSpPr>
        <p:spPr>
          <a:xfrm>
            <a:off x="9333781" y="4715138"/>
            <a:ext cx="198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資料從</a:t>
            </a:r>
            <a:r>
              <a:rPr lang="en-US" altLang="zh-CN" dirty="0">
                <a:solidFill>
                  <a:srgbClr val="FF0000"/>
                </a:solidFill>
              </a:rPr>
              <a:t>BOM</a:t>
            </a:r>
            <a:r>
              <a:rPr lang="zh-CN" altLang="en-US" dirty="0">
                <a:solidFill>
                  <a:srgbClr val="FF0000"/>
                </a:solidFill>
              </a:rPr>
              <a:t>帶入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8CF803-C1A3-8A90-6118-B2BBD4F0550B}"/>
              </a:ext>
            </a:extLst>
          </p:cNvPr>
          <p:cNvSpPr txBox="1"/>
          <p:nvPr/>
        </p:nvSpPr>
        <p:spPr>
          <a:xfrm>
            <a:off x="319177" y="5511817"/>
            <a:ext cx="1423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輸入數量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0B0160-9089-DB0E-4A01-486E836F644E}"/>
              </a:ext>
            </a:extLst>
          </p:cNvPr>
          <p:cNvCxnSpPr/>
          <p:nvPr/>
        </p:nvCxnSpPr>
        <p:spPr>
          <a:xfrm flipV="1">
            <a:off x="319177" y="2528777"/>
            <a:ext cx="3838755" cy="4908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94F05D-2F63-FAEB-19CE-4DE6FFCB1E46}"/>
              </a:ext>
            </a:extLst>
          </p:cNvPr>
          <p:cNvCxnSpPr/>
          <p:nvPr/>
        </p:nvCxnSpPr>
        <p:spPr>
          <a:xfrm flipV="1">
            <a:off x="4416724" y="1788325"/>
            <a:ext cx="3838755" cy="4908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5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148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zheng</dc:creator>
  <cp:lastModifiedBy>johnny zheng</cp:lastModifiedBy>
  <cp:revision>1</cp:revision>
  <dcterms:created xsi:type="dcterms:W3CDTF">2026-04-23T03:13:42Z</dcterms:created>
  <dcterms:modified xsi:type="dcterms:W3CDTF">2026-04-23T04:14:27Z</dcterms:modified>
</cp:coreProperties>
</file>