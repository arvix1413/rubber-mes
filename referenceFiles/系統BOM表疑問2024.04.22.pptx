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F15BF-D350-102F-54D7-B888BFD7F0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823541-2B24-0746-DEE9-3B6C88312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43C33-BF9D-E489-DFDE-0CD4104B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7FE-0D67-445A-8933-6C350FA6EFE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56222-16BA-5A17-6F31-98EF57C8D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5701F-2B78-AB17-A129-A0EF8A976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B8CF4-DC50-49FD-9510-EBED14EDA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151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6868A-F4C3-9A36-BAEE-5ABD3B6A0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8861B-A4FB-2554-0CC6-A5D088974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D9F40-DCA6-9DEA-490D-03618DBC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7FE-0D67-445A-8933-6C350FA6EFE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9F509-C6AD-F30A-4C8E-4C726F743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66C7F-3D79-9C6F-5EED-00A6291D9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B8CF4-DC50-49FD-9510-EBED14EDA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830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57573-0799-A2D5-DCD8-AE9242C72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47654C-85E1-5DBC-5CCF-511738F5B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B2933-3116-AB5B-ED1D-1DE396FC0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7FE-0D67-445A-8933-6C350FA6EFE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EC829-9A15-02AA-FC27-E60B97236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CAA46-F1CB-0259-0740-FDF7A1C79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B8CF4-DC50-49FD-9510-EBED14EDA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77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AAA5E-5C03-103D-A1EF-AA714C636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0924F-826D-1266-8423-7758C30195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AF1960-6CBF-7E99-660B-18195077FD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FC22AA-3463-6FD1-545C-429A9D29A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7FE-0D67-445A-8933-6C350FA6EFE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86CD7-8890-1BF1-C521-1DD7F8783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D12F3-C0C0-B9C1-C122-BB02F8948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B8CF4-DC50-49FD-9510-EBED14EDA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041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410A1-C071-276F-D6D6-BB7A1898D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605F9-E312-E5F9-D6D1-FA05530A9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A006D-B436-3E2E-61D9-0F133FC1B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A4EDAD-BEBF-4218-BE2B-3FA605AEDA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713387-E9AC-8AF1-0FA6-7A798EBDFB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2F0C0D-59F2-2155-D188-1AE75F2F9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7FE-0D67-445A-8933-6C350FA6EFE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87175C-F350-67DD-84F5-7DB8469AC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90B036-6D04-1629-6286-4E0E5A775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B8CF4-DC50-49FD-9510-EBED14EDA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460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978B4-85F7-1AD8-0C26-DB77935A2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7558B9-ED40-FA1D-1B13-FD36A57A4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7FE-0D67-445A-8933-6C350FA6EFE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5F08C6-4099-0E46-6DCD-9CB5EC7D6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470AE-33E3-F7BF-1B98-08F575BD8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B8CF4-DC50-49FD-9510-EBED14EDA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788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985B26-B452-3E83-88F7-1F92895F3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7FE-0D67-445A-8933-6C350FA6EFE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C58B86-8CE6-D68A-7940-0B558B82E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E6A8A-5898-4D73-3447-5FED33984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B8CF4-DC50-49FD-9510-EBED14EDA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271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F978A-F7C8-965F-61B1-29E080285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D482-5EDB-39CC-9319-F88A752C1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EAB43D-B8DD-9E55-8D4F-ABB0CEF0A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F084B-8E39-B0ED-66F3-E62C61B5B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7FE-0D67-445A-8933-6C350FA6EFE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32F77-FC8D-2D71-E815-394A63BF0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2385DE-D82C-FEDC-C926-0ECE3EF24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B8CF4-DC50-49FD-9510-EBED14EDA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166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AC725-252B-BE6B-583A-A70827DEF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6450C0-34B9-D426-97EA-616B7DEB61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C89DE9-C740-D28B-3145-27597F1AD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E84BA-8EF8-EDC1-980E-A0DAB8EC5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7FE-0D67-445A-8933-6C350FA6EFE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FA36A-6E95-CA84-7D12-21897E6DF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B9F38-9936-F7B4-455E-F26F0640E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B8CF4-DC50-49FD-9510-EBED14EDA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52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99DFB-41E3-A208-3569-8B5DA4708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22D430-DE87-A51E-5E33-BC75211C63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3D573-97E8-2831-328E-71C857AFD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7FE-0D67-445A-8933-6C350FA6EFE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226F8-61BF-CA43-C514-8B40C9D52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FA6B1-857E-F2AE-00EB-5E7544E91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B8CF4-DC50-49FD-9510-EBED14EDA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917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6A48C-A1AF-B450-7025-2B6C9ECA59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9F4E61-118F-2F56-806B-5F688BA49A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A3AF5-CFC3-CB96-9D9C-C66EAB5B0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7FE-0D67-445A-8933-6C350FA6EFE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96B48-6FCC-D91C-7DDB-DD2F5FA5D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DE903-3733-7066-1113-428B9BB0C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B8CF4-DC50-49FD-9510-EBED14EDA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01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3C010D-0F7A-7511-764A-733FE15C8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A97D7-DC95-F5C0-30FE-491E56B6D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7F8B5-2DB5-10E1-B4D3-B616EC5E26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917FE-0D67-445A-8933-6C350FA6EFE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CB784-8432-76CF-78C5-58F94C110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2EA00-7FBE-C021-D966-AD66DC78E8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B8CF4-DC50-49FD-9510-EBED14EDA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676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7909C3-4216-5E53-A0A5-9141F072D74E}"/>
              </a:ext>
            </a:extLst>
          </p:cNvPr>
          <p:cNvSpPr txBox="1"/>
          <p:nvPr/>
        </p:nvSpPr>
        <p:spPr>
          <a:xfrm>
            <a:off x="207034" y="86264"/>
            <a:ext cx="3286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材料管理表：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98B136-EACA-9ACE-399C-66ADA7689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7" y="653865"/>
            <a:ext cx="9550891" cy="25655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3B3B29-EF92-F158-C971-5454C54F79BB}"/>
              </a:ext>
            </a:extLst>
          </p:cNvPr>
          <p:cNvSpPr txBox="1"/>
          <p:nvPr/>
        </p:nvSpPr>
        <p:spPr>
          <a:xfrm>
            <a:off x="1147312" y="1413411"/>
            <a:ext cx="3398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C00000"/>
                </a:solidFill>
              </a:rPr>
              <a:t>單價數據</a:t>
            </a:r>
            <a:r>
              <a:rPr lang="en-US" altLang="zh-CN" sz="1400" dirty="0">
                <a:solidFill>
                  <a:srgbClr val="C00000"/>
                </a:solidFill>
              </a:rPr>
              <a:t>0</a:t>
            </a:r>
            <a:r>
              <a:rPr lang="zh-CN" altLang="en-US" sz="1400" dirty="0">
                <a:solidFill>
                  <a:srgbClr val="C00000"/>
                </a:solidFill>
              </a:rPr>
              <a:t>號，刪除操作有點困擾，需要先輸入數字後，才能移到前面把</a:t>
            </a:r>
            <a:r>
              <a:rPr lang="en-US" altLang="zh-CN" sz="1400" dirty="0">
                <a:solidFill>
                  <a:srgbClr val="C00000"/>
                </a:solidFill>
              </a:rPr>
              <a:t>0</a:t>
            </a:r>
            <a:r>
              <a:rPr lang="zh-CN" altLang="en-US" sz="1400" dirty="0">
                <a:solidFill>
                  <a:srgbClr val="C00000"/>
                </a:solidFill>
              </a:rPr>
              <a:t>號刪除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1F3DF0-1E60-7A8F-128A-BE42C51DB73E}"/>
              </a:ext>
            </a:extLst>
          </p:cNvPr>
          <p:cNvSpPr txBox="1"/>
          <p:nvPr/>
        </p:nvSpPr>
        <p:spPr>
          <a:xfrm>
            <a:off x="376685" y="2316404"/>
            <a:ext cx="3643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Leadtime</a:t>
            </a:r>
            <a:r>
              <a:rPr lang="zh-CN" altLang="en-US" sz="1400" dirty="0">
                <a:solidFill>
                  <a:srgbClr val="C00000"/>
                </a:solidFill>
              </a:rPr>
              <a:t>是否可以調整為自由度顯示，因為有些材料時間會有波動，比如</a:t>
            </a:r>
            <a:r>
              <a:rPr lang="en-US" altLang="zh-CN" sz="1400" dirty="0">
                <a:solidFill>
                  <a:srgbClr val="C00000"/>
                </a:solidFill>
              </a:rPr>
              <a:t>25~30</a:t>
            </a:r>
            <a:r>
              <a:rPr lang="zh-CN" altLang="en-US" sz="1400" dirty="0">
                <a:solidFill>
                  <a:srgbClr val="C00000"/>
                </a:solidFill>
              </a:rPr>
              <a:t>天</a:t>
            </a:r>
            <a:endParaRPr lang="en-US" sz="1400" dirty="0">
              <a:solidFill>
                <a:srgbClr val="C0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397AF5-6450-053D-6732-4120A4C15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34" y="3411835"/>
            <a:ext cx="7926986" cy="29402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C09E86-E82C-F3C3-07B8-7CDDDD89BFBD}"/>
              </a:ext>
            </a:extLst>
          </p:cNvPr>
          <p:cNvSpPr txBox="1"/>
          <p:nvPr/>
        </p:nvSpPr>
        <p:spPr>
          <a:xfrm>
            <a:off x="8630728" y="4784634"/>
            <a:ext cx="11128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C00000"/>
                </a:solidFill>
              </a:rPr>
              <a:t>如上描述，</a:t>
            </a:r>
            <a:r>
              <a:rPr lang="en-US" altLang="zh-CN" sz="1400" dirty="0">
                <a:solidFill>
                  <a:srgbClr val="C00000"/>
                </a:solidFill>
              </a:rPr>
              <a:t>LT</a:t>
            </a:r>
            <a:r>
              <a:rPr lang="zh-CN" altLang="en-US" sz="1400" dirty="0">
                <a:solidFill>
                  <a:srgbClr val="C00000"/>
                </a:solidFill>
              </a:rPr>
              <a:t>輸入</a:t>
            </a:r>
            <a:r>
              <a:rPr lang="en-US" altLang="zh-CN" sz="1400" dirty="0">
                <a:solidFill>
                  <a:srgbClr val="C00000"/>
                </a:solidFill>
              </a:rPr>
              <a:t>15-20</a:t>
            </a:r>
            <a:r>
              <a:rPr lang="zh-CN" altLang="en-US" sz="1400" dirty="0">
                <a:solidFill>
                  <a:srgbClr val="C00000"/>
                </a:solidFill>
              </a:rPr>
              <a:t>後，在頁面無法顯示，請問是否可靈活調整嗎？</a:t>
            </a:r>
            <a:endParaRPr lang="en-US" sz="1400" dirty="0">
              <a:solidFill>
                <a:srgbClr val="C0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4918159-FAD9-331A-2975-BECF1883A2A1}"/>
              </a:ext>
            </a:extLst>
          </p:cNvPr>
          <p:cNvCxnSpPr/>
          <p:nvPr/>
        </p:nvCxnSpPr>
        <p:spPr>
          <a:xfrm flipV="1">
            <a:off x="4019909" y="5210355"/>
            <a:ext cx="4425351" cy="345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622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FB42A8-BB5D-E408-9511-377B47FFB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47" y="156750"/>
            <a:ext cx="9169871" cy="55438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044899-178B-DEC3-3BF9-EAB35926D1C4}"/>
              </a:ext>
            </a:extLst>
          </p:cNvPr>
          <p:cNvSpPr txBox="1"/>
          <p:nvPr/>
        </p:nvSpPr>
        <p:spPr>
          <a:xfrm>
            <a:off x="10515600" y="2225615"/>
            <a:ext cx="113868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C00000"/>
                </a:solidFill>
              </a:rPr>
              <a:t>兩邊單價框位，昨天操作一直無法完整把數據輸入</a:t>
            </a:r>
            <a:endParaRPr lang="en-US" sz="1400" dirty="0">
              <a:solidFill>
                <a:srgbClr val="C0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29B9077-4ACD-8365-399F-38188FE83D8C}"/>
              </a:ext>
            </a:extLst>
          </p:cNvPr>
          <p:cNvCxnSpPr/>
          <p:nvPr/>
        </p:nvCxnSpPr>
        <p:spPr>
          <a:xfrm flipV="1">
            <a:off x="7850038" y="2889849"/>
            <a:ext cx="2553419" cy="767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840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AFCAA3-BF09-A15F-E773-687A818AC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72" y="144698"/>
            <a:ext cx="9068266" cy="59820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530814-E181-7242-DC4F-93061E9C9E67}"/>
              </a:ext>
            </a:extLst>
          </p:cNvPr>
          <p:cNvSpPr txBox="1"/>
          <p:nvPr/>
        </p:nvSpPr>
        <p:spPr>
          <a:xfrm>
            <a:off x="9583948" y="3989914"/>
            <a:ext cx="19409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材料管理頁面，是否可以設計成在橫向或縱向滾動時，方便數據對比，並確保在修改資料時不會看錯行；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F4ED909-EE9D-590B-9A90-5DCE41ACD962}"/>
              </a:ext>
            </a:extLst>
          </p:cNvPr>
          <p:cNvCxnSpPr/>
          <p:nvPr/>
        </p:nvCxnSpPr>
        <p:spPr>
          <a:xfrm flipV="1">
            <a:off x="4692770" y="4804913"/>
            <a:ext cx="4761781" cy="940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E44E4FB-E950-126A-6D05-82F19A637DB8}"/>
              </a:ext>
            </a:extLst>
          </p:cNvPr>
          <p:cNvCxnSpPr/>
          <p:nvPr/>
        </p:nvCxnSpPr>
        <p:spPr>
          <a:xfrm>
            <a:off x="9213011" y="1837426"/>
            <a:ext cx="974785" cy="2070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1956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092DF0-8A8D-AF3D-639F-9C2D01B9B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545" y="928583"/>
            <a:ext cx="6349863" cy="58628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1B0B77-3318-6BE9-0E9A-F6E009F6325B}"/>
              </a:ext>
            </a:extLst>
          </p:cNvPr>
          <p:cNvSpPr txBox="1"/>
          <p:nvPr/>
        </p:nvSpPr>
        <p:spPr>
          <a:xfrm>
            <a:off x="405442" y="198408"/>
            <a:ext cx="2812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BOM </a:t>
            </a:r>
            <a:r>
              <a:rPr lang="zh-CN" altLang="en-US" dirty="0"/>
              <a:t>表：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AD255F-EA35-A162-12FC-F1CDE9AEC10B}"/>
              </a:ext>
            </a:extLst>
          </p:cNvPr>
          <p:cNvSpPr txBox="1"/>
          <p:nvPr/>
        </p:nvSpPr>
        <p:spPr>
          <a:xfrm>
            <a:off x="7401464" y="3429000"/>
            <a:ext cx="26224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在建立材料，這窗口顯示代表主料（面料）；所以請協助把材料名稱調改為可以選用，當選用材料名稱後，其它資料會自動從材料管理帶入，如下面</a:t>
            </a:r>
            <a:r>
              <a:rPr lang="en-US" altLang="zh-CN" dirty="0">
                <a:solidFill>
                  <a:srgbClr val="C00000"/>
                </a:solidFill>
              </a:rPr>
              <a:t>《</a:t>
            </a:r>
            <a:r>
              <a:rPr lang="zh-CN" altLang="en-US" dirty="0">
                <a:solidFill>
                  <a:srgbClr val="C00000"/>
                </a:solidFill>
              </a:rPr>
              <a:t>新增列</a:t>
            </a:r>
            <a:r>
              <a:rPr lang="en-US" altLang="zh-CN" dirty="0">
                <a:solidFill>
                  <a:srgbClr val="C00000"/>
                </a:solidFill>
              </a:rPr>
              <a:t>》</a:t>
            </a:r>
            <a:r>
              <a:rPr lang="zh-CN" altLang="en-US" dirty="0">
                <a:solidFill>
                  <a:srgbClr val="C00000"/>
                </a:solidFill>
              </a:rPr>
              <a:t>裡面表格操作方式相同；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E62CC24-0CF6-07AC-FEB9-EFA73B9EC391}"/>
              </a:ext>
            </a:extLst>
          </p:cNvPr>
          <p:cNvCxnSpPr/>
          <p:nvPr/>
        </p:nvCxnSpPr>
        <p:spPr>
          <a:xfrm flipV="1">
            <a:off x="2743200" y="567740"/>
            <a:ext cx="1785668" cy="1761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2DBD145-50D3-AA6E-B1CA-AB454CE84FF1}"/>
              </a:ext>
            </a:extLst>
          </p:cNvPr>
          <p:cNvCxnSpPr/>
          <p:nvPr/>
        </p:nvCxnSpPr>
        <p:spPr>
          <a:xfrm flipH="1" flipV="1">
            <a:off x="4692770" y="567740"/>
            <a:ext cx="1268083" cy="1761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8A42810-C062-1769-5EDC-8C64BC455FEC}"/>
              </a:ext>
            </a:extLst>
          </p:cNvPr>
          <p:cNvSpPr txBox="1"/>
          <p:nvPr/>
        </p:nvSpPr>
        <p:spPr>
          <a:xfrm>
            <a:off x="3636034" y="0"/>
            <a:ext cx="22342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除了此框位需要手動輸入</a:t>
            </a:r>
            <a:r>
              <a:rPr lang="en-US" altLang="zh-CN" dirty="0"/>
              <a:t>【ok】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754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0D34D4-3A4F-FD55-DFCF-464D1E505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05" y="500373"/>
            <a:ext cx="7340977" cy="53914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FEFA51-A8D6-5582-6D76-E768543F39D4}"/>
              </a:ext>
            </a:extLst>
          </p:cNvPr>
          <p:cNvSpPr txBox="1"/>
          <p:nvPr/>
        </p:nvSpPr>
        <p:spPr>
          <a:xfrm>
            <a:off x="9092242" y="3157268"/>
            <a:ext cx="21220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如上描述，選用材料名稱後，其它資料會自動從材料管理帶入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2681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A694930-7929-4981-4551-13D206A88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15" y="209317"/>
            <a:ext cx="9525490" cy="43690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FDFBDB-AB75-96F8-FF0B-BFB9E0CC624A}"/>
              </a:ext>
            </a:extLst>
          </p:cNvPr>
          <p:cNvSpPr txBox="1"/>
          <p:nvPr/>
        </p:nvSpPr>
        <p:spPr>
          <a:xfrm>
            <a:off x="6096000" y="4255176"/>
            <a:ext cx="55122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新增列裡面的，選用材料後有些資訊無法完整顯示，請問是否可以調改，（建立材料管理時候有輸入備註資訊）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4954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47E951-3167-63C4-474E-4CD3391AD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19" y="134003"/>
            <a:ext cx="10833657" cy="25528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637AA0-B089-A498-0423-0FBDDAC22450}"/>
              </a:ext>
            </a:extLst>
          </p:cNvPr>
          <p:cNvSpPr txBox="1"/>
          <p:nvPr/>
        </p:nvSpPr>
        <p:spPr>
          <a:xfrm>
            <a:off x="4727275" y="2764766"/>
            <a:ext cx="508095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BOM</a:t>
            </a:r>
            <a:r>
              <a:rPr lang="zh-CN" altLang="en-US" dirty="0">
                <a:solidFill>
                  <a:srgbClr val="C00000"/>
                </a:solidFill>
              </a:rPr>
              <a:t>頁面，顯示資訊，請問供應商單價及公司售價顯示是否可以調改，當正常隱藏顯示價格是合計總單價，若點進編輯，會自動分開各項的單價；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目前顯示只有單材料的價格，這樣會導致下步驟建立客戶訂單的單價出錯</a:t>
            </a:r>
            <a:r>
              <a:rPr lang="en-US" altLang="zh-CN" dirty="0">
                <a:solidFill>
                  <a:srgbClr val="C00000"/>
                </a:solidFill>
              </a:rPr>
              <a:t>;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或是可以直接設計多加</a:t>
            </a:r>
            <a:r>
              <a:rPr lang="zh-CN" altLang="en-US" dirty="0">
                <a:solidFill>
                  <a:srgbClr val="C00000"/>
                </a:solidFill>
                <a:sym typeface="Wingdings" panose="05000000000000000000" pitchFamily="2" charset="2"/>
              </a:rPr>
              <a:t>，當點進可直接以行形式顯示每項加工詳細</a:t>
            </a:r>
            <a:endParaRPr lang="en-US" altLang="zh-CN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r>
              <a:rPr lang="zh-CN" altLang="en-US" dirty="0">
                <a:solidFill>
                  <a:srgbClr val="C00000"/>
                </a:solidFill>
                <a:sym typeface="Wingdings" panose="05000000000000000000" pitchFamily="2" charset="2"/>
              </a:rPr>
              <a:t>編輯只適用於</a:t>
            </a:r>
            <a:r>
              <a:rPr lang="en-US" altLang="zh-CN" dirty="0">
                <a:solidFill>
                  <a:srgbClr val="C00000"/>
                </a:solidFill>
                <a:sym typeface="Wingdings" panose="05000000000000000000" pitchFamily="2" charset="2"/>
              </a:rPr>
              <a:t>BOM</a:t>
            </a:r>
            <a:r>
              <a:rPr lang="zh-CN" altLang="en-US" dirty="0">
                <a:solidFill>
                  <a:srgbClr val="C00000"/>
                </a:solidFill>
                <a:sym typeface="Wingdings" panose="05000000000000000000" pitchFamily="2" charset="2"/>
              </a:rPr>
              <a:t>頁面需要點進修改時使用即可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5835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CB4530-364A-4561-EBF4-F9A652FF4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8" y="568178"/>
            <a:ext cx="9188922" cy="57216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1C1859-002C-637D-2DC0-58CBF17C4C8E}"/>
              </a:ext>
            </a:extLst>
          </p:cNvPr>
          <p:cNvSpPr txBox="1"/>
          <p:nvPr/>
        </p:nvSpPr>
        <p:spPr>
          <a:xfrm>
            <a:off x="379562" y="155275"/>
            <a:ext cx="239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客戶訂單表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AE4EE2-4B9E-CE48-485A-0EE5D467AEC7}"/>
              </a:ext>
            </a:extLst>
          </p:cNvPr>
          <p:cNvSpPr txBox="1"/>
          <p:nvPr/>
        </p:nvSpPr>
        <p:spPr>
          <a:xfrm>
            <a:off x="5072333" y="6112140"/>
            <a:ext cx="45374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建立選用正確訂單材料後，單價顯示只有單材價格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6BE8308-8244-7814-D4A3-3FAEF25D70F1}"/>
              </a:ext>
            </a:extLst>
          </p:cNvPr>
          <p:cNvCxnSpPr/>
          <p:nvPr/>
        </p:nvCxnSpPr>
        <p:spPr>
          <a:xfrm>
            <a:off x="7651630" y="5745192"/>
            <a:ext cx="0" cy="366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3933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519</Words>
  <Application>Microsoft Office PowerPoint</Application>
  <PresentationFormat>Widescreen</PresentationFormat>
  <Paragraphs>17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johnny zheng</dc:creator>
  <cp:lastModifiedBy>johnny zheng</cp:lastModifiedBy>
  <cp:revision>1</cp:revision>
  <dcterms:created xsi:type="dcterms:W3CDTF">2026-04-22T04:47:17Z</dcterms:created>
  <dcterms:modified xsi:type="dcterms:W3CDTF">2026-04-22T05:51:51Z</dcterms:modified>
</cp:coreProperties>
</file>