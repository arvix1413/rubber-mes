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37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82FCD-2761-9E13-55B4-150BE73027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B4ECAE-F1B6-AB6A-E608-28041DF94E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6AF929-0FB7-47D2-1F9B-357F4AB8F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B4BCA9-AFC8-4B6C-BFDD-021D9B48F8BC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B9FB43-3AA0-E3F5-E9A5-385C27D336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353397-B28A-2685-693E-DD6352548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A8974-7588-4B1B-ADAD-0323BEB80F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729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E60F9-0361-D838-8A57-92E612758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CA9E13-C113-445A-1203-87C4D11022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26B9F5-A8E9-EE78-689D-CFA330714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B4BCA9-AFC8-4B6C-BFDD-021D9B48F8BC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94717A-C0A1-7B32-B4F9-E36ABCD99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D50BCF-7D95-D7C0-17AD-F65829F31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A8974-7588-4B1B-ADAD-0323BEB80F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692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A43B2-633C-2C07-B0DC-A44E3930B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E1B42E-EDA2-E93D-0A35-EF59E0F09C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B28319-8A4C-FCEC-9A0D-5BB9039E8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B4BCA9-AFC8-4B6C-BFDD-021D9B48F8BC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2A78E0-7BE0-F3BF-23F7-4CECD08E7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812EC4-05D1-C0EF-9DE4-66449272D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A8974-7588-4B1B-ADAD-0323BEB80F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3225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6D572-DC4C-7D07-813B-1D49387E5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DBF893-CF15-F4FB-E5C4-3B05A8AFBE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07C4A5-677F-A241-E061-DC87DEACB0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34D625-F675-5CFD-3BE9-7AAB12255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B4BCA9-AFC8-4B6C-BFDD-021D9B48F8BC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44E113-24DF-3197-9178-A7BEC71A7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E30D66-9B5C-8830-C5E1-D8EE00693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A8974-7588-4B1B-ADAD-0323BEB80F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9817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C8E50-E034-B596-F490-8DDB3A59C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00A96E-F42C-767B-6A71-864E06EE31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243A49-53B9-74C0-765A-79E746F9FC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487781-BCE1-DE63-37D3-5410234EBD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5611BC-D3D0-BCCF-9F22-DC9A857796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C0AD73-9214-01A4-5539-500199D82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B4BCA9-AFC8-4B6C-BFDD-021D9B48F8BC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D070D2-B90A-AF5F-19F9-A25D93E3A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0A619B-72A7-BE51-0D38-9552143E6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A8974-7588-4B1B-ADAD-0323BEB80F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547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04AB3-AC0D-E0D6-5974-C0FFAFA7F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193B98-3E2B-51D8-313C-5836DB18E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B4BCA9-AFC8-4B6C-BFDD-021D9B48F8BC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180CFF-8350-FBAA-A2AA-38ACB3C53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6DECDD-2345-C38F-7004-DCBE8C130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A8974-7588-4B1B-ADAD-0323BEB80F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3703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A36D9A-FBA0-E762-8244-9D946F786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B4BCA9-AFC8-4B6C-BFDD-021D9B48F8BC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2B9A4F-642E-C62E-6B86-7772EC936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9C9523-A02A-4D65-D23C-CC5E27F65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A8974-7588-4B1B-ADAD-0323BEB80F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224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02DC1-3A02-A9D7-E403-775EBB649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A661AA-433D-A836-C7D2-B1BE8EDC4C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E5EECB-8C42-0B39-4D4C-F479491ED1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CCA16E-9A7A-E74D-93C1-5F15FF6AB1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B4BCA9-AFC8-4B6C-BFDD-021D9B48F8BC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4DAA9F-485F-AC21-C9EB-A2E96F38E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594EF9-88E5-C37C-45DE-120F93423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A8974-7588-4B1B-ADAD-0323BEB80F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4534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7271F-B933-7E96-181B-9BED0C4A7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C19E51-03DC-FC0A-2560-E26378C0AF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8306D0-62A7-3AC3-B2C6-3615D9BD71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0E8CE2-6019-AE18-A52A-F3B2E31C8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B4BCA9-AFC8-4B6C-BFDD-021D9B48F8BC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EF2734-80A5-2F64-8177-9B4C1400B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FEEB31-64EA-799B-7BCA-550AD2549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A8974-7588-4B1B-ADAD-0323BEB80F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4642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3445B-8D6A-A70D-EFCC-E915BA8C4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E3ACEC-A84D-088A-AF05-BD1DDD0D48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A23827-664A-7DD0-6C99-814000D3C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B4BCA9-AFC8-4B6C-BFDD-021D9B48F8BC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30B134-89A7-CFE4-413D-9F1D36119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BC2C8E-C3A5-76B6-64AA-D0108A95B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A8974-7588-4B1B-ADAD-0323BEB80F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3543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486BD4-448B-48E1-235E-9D68B470B8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3C79C0-3292-EE49-5A78-77F50B35A9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04D750-4C97-D23C-BFC5-E415D84B0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B4BCA9-AFC8-4B6C-BFDD-021D9B48F8BC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64BEBE-8882-D855-025E-A5DC30AF7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FCA160-4D7A-29FB-B600-CCFF2EC5C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A8974-7588-4B1B-ADAD-0323BEB80F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703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A1B8C4-BAAF-D50E-21D6-FAC670841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EC04A6-DC24-3543-B512-6BD200C6CA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FC2268-C984-A05D-331F-F3216C8B32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B4BCA9-AFC8-4B6C-BFDD-021D9B48F8BC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EFDC5E-DB6C-495C-45E8-E5C10EE929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80CB89-EA89-BCDC-B5F1-2FD7DC20C1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FA8974-7588-4B1B-ADAD-0323BEB80F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071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C8B5F07-AA9A-7363-E680-8597BD17423C}"/>
              </a:ext>
            </a:extLst>
          </p:cNvPr>
          <p:cNvSpPr txBox="1"/>
          <p:nvPr/>
        </p:nvSpPr>
        <p:spPr>
          <a:xfrm>
            <a:off x="94891" y="181155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材料管理表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43F4646-CE83-7CDA-BA65-547E48C7C6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91" y="550487"/>
            <a:ext cx="6577135" cy="2266205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8FC18D9-E472-3ACC-FAD6-956FAC0CC2EC}"/>
              </a:ext>
            </a:extLst>
          </p:cNvPr>
          <p:cNvCxnSpPr/>
          <p:nvPr/>
        </p:nvCxnSpPr>
        <p:spPr>
          <a:xfrm>
            <a:off x="3864634" y="2449902"/>
            <a:ext cx="0" cy="5607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7A3A679-9740-60AA-0B40-E6BDD3EA00C7}"/>
              </a:ext>
            </a:extLst>
          </p:cNvPr>
          <p:cNvSpPr txBox="1"/>
          <p:nvPr/>
        </p:nvSpPr>
        <p:spPr>
          <a:xfrm>
            <a:off x="2861094" y="2938180"/>
            <a:ext cx="32349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頁面顯示金額正確</a:t>
            </a:r>
            <a:r>
              <a:rPr lang="en-US" altLang="zh-CN" dirty="0"/>
              <a:t>ok</a:t>
            </a: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E799826-F9E8-80B9-6E4D-3DED18F47C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989" y="3481350"/>
            <a:ext cx="4424324" cy="3376650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3DE79FC-0247-3DDB-22DE-185B0C39517A}"/>
              </a:ext>
            </a:extLst>
          </p:cNvPr>
          <p:cNvCxnSpPr/>
          <p:nvPr/>
        </p:nvCxnSpPr>
        <p:spPr>
          <a:xfrm>
            <a:off x="4478547" y="5469147"/>
            <a:ext cx="14219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4E52E6A-BCBE-A336-6A01-2A77DE9D9E96}"/>
              </a:ext>
            </a:extLst>
          </p:cNvPr>
          <p:cNvSpPr txBox="1"/>
          <p:nvPr/>
        </p:nvSpPr>
        <p:spPr>
          <a:xfrm>
            <a:off x="6024621" y="4868982"/>
            <a:ext cx="31141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點編輯查看，裡面資訊數值少了，請問是否系統能改善嗎？以免後續若需要更改，操作人誤會輸入方式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26163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9D5049E-696E-A2AC-DE9C-EF4BBA138B5C}"/>
              </a:ext>
            </a:extLst>
          </p:cNvPr>
          <p:cNvSpPr txBox="1"/>
          <p:nvPr/>
        </p:nvSpPr>
        <p:spPr>
          <a:xfrm>
            <a:off x="0" y="-63896"/>
            <a:ext cx="17942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BOM</a:t>
            </a:r>
            <a:r>
              <a:rPr lang="zh-CN" altLang="en-US" dirty="0"/>
              <a:t>表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5F9C0D-DDD5-4A74-DF95-E0BC9F70A7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71" y="368610"/>
            <a:ext cx="10408185" cy="422296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42DD65B-4910-43A4-5D73-CBED24D27D0F}"/>
              </a:ext>
            </a:extLst>
          </p:cNvPr>
          <p:cNvSpPr txBox="1"/>
          <p:nvPr/>
        </p:nvSpPr>
        <p:spPr>
          <a:xfrm>
            <a:off x="63770" y="4654751"/>
            <a:ext cx="878693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詳細如下：此款材料組合一共有</a:t>
            </a:r>
            <a:r>
              <a:rPr lang="en-US" altLang="zh-CN" dirty="0"/>
              <a:t>4</a:t>
            </a:r>
            <a:r>
              <a:rPr lang="zh-CN" altLang="en-US" dirty="0"/>
              <a:t>項（</a:t>
            </a:r>
            <a:r>
              <a:rPr lang="en-US" altLang="zh-CN" dirty="0"/>
              <a:t>MPP</a:t>
            </a:r>
            <a:r>
              <a:rPr lang="zh-CN" altLang="en-US" dirty="0"/>
              <a:t>材料</a:t>
            </a:r>
            <a:r>
              <a:rPr lang="en-US" altLang="zh-CN" dirty="0"/>
              <a:t>+</a:t>
            </a:r>
            <a:r>
              <a:rPr lang="zh-CN" altLang="en-US" dirty="0"/>
              <a:t>上膠加工</a:t>
            </a:r>
            <a:r>
              <a:rPr lang="en-US" altLang="zh-CN" dirty="0"/>
              <a:t>+32C</a:t>
            </a:r>
            <a:r>
              <a:rPr lang="zh-CN" altLang="en-US" dirty="0"/>
              <a:t>材料</a:t>
            </a:r>
            <a:r>
              <a:rPr lang="en-US" altLang="zh-CN" dirty="0"/>
              <a:t>+</a:t>
            </a:r>
            <a:r>
              <a:rPr lang="zh-CN" altLang="en-US" dirty="0"/>
              <a:t>貼合加工）</a:t>
            </a:r>
            <a:endParaRPr lang="en-US" altLang="zh-CN" dirty="0"/>
          </a:p>
          <a:p>
            <a:r>
              <a:rPr lang="zh-CN" altLang="en-US" dirty="0"/>
              <a:t>單價一共有</a:t>
            </a:r>
            <a:r>
              <a:rPr lang="en-US" altLang="zh-CN" dirty="0"/>
              <a:t>4</a:t>
            </a:r>
            <a:r>
              <a:rPr lang="zh-CN" altLang="en-US" dirty="0"/>
              <a:t>項</a:t>
            </a:r>
            <a:r>
              <a:rPr lang="zh-CN" altLang="en-US" dirty="0">
                <a:sym typeface="Wingdings" panose="05000000000000000000" pitchFamily="2" charset="2"/>
              </a:rPr>
              <a:t>：</a:t>
            </a:r>
            <a:r>
              <a:rPr lang="en-US" altLang="zh-CN" dirty="0">
                <a:sym typeface="Wingdings" panose="05000000000000000000" pitchFamily="2" charset="2"/>
              </a:rPr>
              <a:t>397.800 + 15.000 + 273.790 + 15.000  = 701.590</a:t>
            </a:r>
          </a:p>
          <a:p>
            <a:r>
              <a:rPr lang="en-US" dirty="0">
                <a:solidFill>
                  <a:srgbClr val="FF0000"/>
                </a:solidFill>
                <a:sym typeface="Wingdings" panose="05000000000000000000" pitchFamily="2" charset="2"/>
              </a:rPr>
              <a:t></a:t>
            </a:r>
            <a:r>
              <a:rPr lang="zh-CN" altLang="en-US" dirty="0">
                <a:solidFill>
                  <a:srgbClr val="FF0000"/>
                </a:solidFill>
                <a:sym typeface="Wingdings" panose="05000000000000000000" pitchFamily="2" charset="2"/>
              </a:rPr>
              <a:t>請問系統是否能設計這個邏輯嗎？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7258025-57D1-8492-8E0D-C9FB7FB0F4F7}"/>
              </a:ext>
            </a:extLst>
          </p:cNvPr>
          <p:cNvCxnSpPr/>
          <p:nvPr/>
        </p:nvCxnSpPr>
        <p:spPr>
          <a:xfrm>
            <a:off x="8195094" y="4045789"/>
            <a:ext cx="1337095" cy="14319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AADC832-232E-FF55-0C84-8D42531EF451}"/>
              </a:ext>
            </a:extLst>
          </p:cNvPr>
          <p:cNvSpPr txBox="1"/>
          <p:nvPr/>
        </p:nvSpPr>
        <p:spPr>
          <a:xfrm>
            <a:off x="5762445" y="5578081"/>
            <a:ext cx="5909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金額可否設定為</a:t>
            </a:r>
            <a:r>
              <a:rPr lang="en-US" altLang="zh-CN" dirty="0"/>
              <a:t>6</a:t>
            </a:r>
            <a:r>
              <a:rPr lang="zh-CN" altLang="en-US" dirty="0"/>
              <a:t>個數位字，</a:t>
            </a:r>
            <a:r>
              <a:rPr lang="en-US" altLang="zh-CN" dirty="0"/>
              <a:t>【,000】</a:t>
            </a:r>
            <a:r>
              <a:rPr lang="zh-CN" altLang="en-US" dirty="0"/>
              <a:t>可以不用的，謝謝！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45383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1CB47DB-2FCF-34EC-AEBD-610CD5175A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648" y="798241"/>
            <a:ext cx="7690245" cy="58613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54B9C12-B095-5699-28B7-06EE564DFB7D}"/>
              </a:ext>
            </a:extLst>
          </p:cNvPr>
          <p:cNvSpPr txBox="1"/>
          <p:nvPr/>
        </p:nvSpPr>
        <p:spPr>
          <a:xfrm>
            <a:off x="146648" y="198408"/>
            <a:ext cx="1104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BOM</a:t>
            </a:r>
            <a:r>
              <a:rPr lang="zh-CN" altLang="en-US" dirty="0"/>
              <a:t>表</a:t>
            </a:r>
            <a:endParaRPr lang="en-US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D7DFAE1-2B51-DB96-1633-DF832E5A1BCA}"/>
              </a:ext>
            </a:extLst>
          </p:cNvPr>
          <p:cNvCxnSpPr/>
          <p:nvPr/>
        </p:nvCxnSpPr>
        <p:spPr>
          <a:xfrm flipV="1">
            <a:off x="5555411" y="4615132"/>
            <a:ext cx="3510951" cy="6728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2AC1901-ADA9-037E-CDD8-FDC7E67BC2AD}"/>
              </a:ext>
            </a:extLst>
          </p:cNvPr>
          <p:cNvSpPr txBox="1"/>
          <p:nvPr/>
        </p:nvSpPr>
        <p:spPr>
          <a:xfrm>
            <a:off x="9213011" y="4002657"/>
            <a:ext cx="26569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輔料金額數值顯示，是否可同樣設定與輸入同樣顯示即可；</a:t>
            </a:r>
            <a:r>
              <a:rPr lang="en-US" altLang="zh-CN" dirty="0"/>
              <a:t>【,00】</a:t>
            </a:r>
            <a:r>
              <a:rPr lang="zh-CN" altLang="en-US" dirty="0"/>
              <a:t>可以不用哦，謝謝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7562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FC7F054-0838-13B9-9D02-7F5310D93837}"/>
              </a:ext>
            </a:extLst>
          </p:cNvPr>
          <p:cNvSpPr txBox="1"/>
          <p:nvPr/>
        </p:nvSpPr>
        <p:spPr>
          <a:xfrm>
            <a:off x="138022" y="94891"/>
            <a:ext cx="109641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客戶訂單建立完畢後，進入開採購單，輸入</a:t>
            </a:r>
            <a:r>
              <a:rPr lang="en-US" altLang="zh-CN" dirty="0"/>
              <a:t>PO NO</a:t>
            </a:r>
            <a:r>
              <a:rPr lang="zh-CN" altLang="en-US" dirty="0"/>
              <a:t>錯誤提示，找不到</a:t>
            </a:r>
            <a:r>
              <a:rPr lang="en-US" altLang="zh-CN" dirty="0"/>
              <a:t>PO NO</a:t>
            </a:r>
            <a:r>
              <a:rPr lang="zh-CN" altLang="en-US" dirty="0"/>
              <a:t>，請問是否我們操作有問題呢？請指示，謝謝！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CAA37E2-3836-D116-CC11-2CDBE955C6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031" y="802257"/>
            <a:ext cx="5654668" cy="363097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E077319-87DF-062C-8E73-5BE70F139B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441" y="802257"/>
            <a:ext cx="5479754" cy="3630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58748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245</Words>
  <Application>Microsoft Office PowerPoint</Application>
  <PresentationFormat>Widescreen</PresentationFormat>
  <Paragraphs>11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johnny zheng</dc:creator>
  <cp:lastModifiedBy>johnny zheng</cp:lastModifiedBy>
  <cp:revision>1</cp:revision>
  <dcterms:created xsi:type="dcterms:W3CDTF">2026-04-23T02:17:51Z</dcterms:created>
  <dcterms:modified xsi:type="dcterms:W3CDTF">2026-04-23T02:44:14Z</dcterms:modified>
</cp:coreProperties>
</file>